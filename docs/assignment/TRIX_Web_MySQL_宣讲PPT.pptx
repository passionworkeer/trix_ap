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7F5A"/>
          </a:solidFill>
          <a:ln w="12700">
            <a:solidFill>
              <a:srgbClr val="1B7F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54864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TRIX Web 端 MySQL 作业版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数据库系统课程作业展示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5778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Web-only  ·  MySQL 8  ·  Express API  ·  JWT Cookie  ·  CRUD + 统计查询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课堂验收重点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登录验证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87168" y="3364992"/>
            <a:ext cx="1645920" cy="384048"/>
          </a:xfrm>
          <a:prstGeom prst="rect">
            <a:avLst/>
          </a:prstGeom>
          <a:solidFill>
            <a:srgbClr val="F3FAF6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数据库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34256" y="3364992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待办/学习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1645920" cy="384048"/>
          </a:xfrm>
          <a:prstGeom prst="rect">
            <a:avLst/>
          </a:prstGeom>
          <a:solidFill>
            <a:srgbClr val="F3FAF6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好友聊天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87168" y="3895344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积分商城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34256" y="3895344"/>
            <a:ext cx="1645920" cy="384048"/>
          </a:xfrm>
          <a:prstGeom prst="rect">
            <a:avLst/>
          </a:prstGeom>
          <a:solidFill>
            <a:srgbClr val="F3FAF6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地图通知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3931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6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演示账号：test1@trix.app / 123456</a:t>
            </a:r>
            <a:endParaRPr lang="en-US" sz="1400" dirty="0"/>
          </a:p>
        </p:txBody>
      </p:sp>
      <p:pic>
        <p:nvPicPr>
          <p:cNvPr id="14" name="Image 0" descr="E:\desktop\trix-3d-companion\docs\screenshots\trix-mysql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5120640" cy="4160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38160" y="5047488"/>
            <a:ext cx="1554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首页截图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需求分析与课程要求对齐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75488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课程要求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TRIX Web MySQL 作业版实现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 应用系统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 Web 菜单、路由和页面，不改 iOS / Desktop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 MySQL 8，结构化表、外键、索引、种子数据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现场演示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支持登录、增删改查、统计展示和数据落库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答辩材料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需求文档、数据库设计、PPT、实验报告与源码说明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系统架构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Browser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8892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Web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7760" y="201168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86600" y="2011680"/>
            <a:ext cx="1645920" cy="685800"/>
          </a:xfrm>
          <a:prstGeom prst="rect">
            <a:avLst/>
          </a:prstGeom>
          <a:solidFill>
            <a:srgbClr val="F3FAF6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0" y="1417320"/>
            <a:ext cx="1828800" cy="530352"/>
          </a:xfrm>
          <a:prstGeom prst="rect">
            <a:avLst/>
          </a:prstGeom>
          <a:solidFill>
            <a:srgbClr val="FFF7ED"/>
          </a:solidFill>
          <a:ln>
            <a:solidFill>
              <a:srgbClr val="F0B42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Cookie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0" y="2057400"/>
            <a:ext cx="1828800" cy="530352"/>
          </a:xfrm>
          <a:prstGeom prst="rect">
            <a:avLst/>
          </a:prstGeom>
          <a:solidFill>
            <a:srgbClr val="EEF5FF"/>
          </a:solidFill>
          <a:ln>
            <a:solidFill>
              <a:srgbClr val="7AA2E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4A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/ 统计 / 权限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0" y="2697480"/>
            <a:ext cx="1828800" cy="530352"/>
          </a:xfrm>
          <a:prstGeom prst="rect">
            <a:avLst/>
          </a:prstGeom>
          <a:solidFill>
            <a:srgbClr val="F3FAF6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 SQL + 连接池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130552"/>
            <a:ext cx="228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2130552"/>
            <a:ext cx="228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0840" y="2130552"/>
            <a:ext cx="2286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107899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要点：前端通过统一 API Client 调用后端，后端对登录、资料、聊天、待办和通知等接口按当前用户做权限隔离。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数据库设计与关系模式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核心表分组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39496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账户与资料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 / profiles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社交聊天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friends / friend_requests / chat_messages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学习与待办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todos / study_sessions / schedules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积分与商城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user_points / point_transactions / mall_items / user_outfits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地图与通知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places / user_locations / notifications / mails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完整性设计</a:t>
            </a:r>
            <a:endParaRPr lang="en-US" sz="1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21208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全部业务表使用 UUID 主键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用户、好友、消息、积分和资产表建立参照约束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索引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user_id、时间、状态、分类建立索引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密码采用 scrypt 哈希，登录态由后端 Cookie 维持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4160520"/>
            <a:ext cx="5212080" cy="914400"/>
          </a:xfrm>
          <a:prstGeom prst="rect">
            <a:avLst/>
          </a:prstGeom>
          <a:solidFill>
            <a:srgbClr val="F7FBF8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 关系图与字段说明已写入数据库设计文档，课堂现场可据表结构展示 MySQL 中的数据变化。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登录与演示账号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认证设计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303520" cy="2560320"/>
        </p:xfrm>
        <a:graphic>
          <a:graphicData uri="http://schemas.openxmlformats.org/drawingml/2006/table">
            <a:tbl>
              <a:tblPr/>
              <a:tblGrid>
                <a:gridCol w="1188720"/>
                <a:gridCol w="41148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 users / profiles，密码哈希后保存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 MySQL，签发 httpOnly Cookie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清理 Cookie 并结束当前会话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test1@trix.app / 123456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828032"/>
            <a:ext cx="5303520" cy="594360"/>
          </a:xfrm>
          <a:prstGeom prst="rect">
            <a:avLst/>
          </a:prstGeom>
          <a:solidFill>
            <a:srgbClr val="FFF4E5"/>
          </a:solidFill>
          <a:ln>
            <a:solidFill>
              <a:srgbClr val="F2C9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登录页不再复用注册密码长度校验，避免种子账号被前端阻挡；注册仍保持至少 8 位密码要求。</a:t>
            </a:r>
            <a:endParaRPr lang="en-US" sz="1500" dirty="0"/>
          </a:p>
        </p:txBody>
      </p:sp>
      <p:pic>
        <p:nvPicPr>
          <p:cNvPr id="8" name="Image 0" descr="E:\desktop\trix-3d-companion\docs\screenshots\trix-mysql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234440"/>
            <a:ext cx="5029200" cy="3931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0" y="5230368"/>
            <a:ext cx="17373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已登录首页截图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核心菜单与数据表映射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50292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菜单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todos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支持新增、修改、删除、查询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study_sessions / schedules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记录学习时长和日程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聊天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chat_messages / friends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保存会话与好友关系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积分商城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user_points / mall_items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查看余额与商品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衣柜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outfits / user_outfits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管理外观资产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places / user_locations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查看地点与位置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通知邮件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notifications / mails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查看消息和邮件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测试与验证结果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78992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7406640"/>
              </a:tblGrid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type-check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TypeScript 类型检查通过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build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Vite 构建通过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web-api test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包测试通过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Auth 单测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登录和注册表单测试通过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 health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/api/db/health 返回 true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浏览器登录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test1@trix.app / 123456 可成功登录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069080"/>
            <a:ext cx="10789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课堂演示标准：至少完成新增、修改、删除和统计展示，并能在 MySQL 中看到对应记录变化。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107899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6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已导入 seed 数据，示例账号和业务数据均可直接用于现场演示。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1323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演示流程与总结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1463040" cy="73152"/>
          </a:xfrm>
          <a:prstGeom prst="rect">
            <a:avLst/>
          </a:prstGeom>
          <a:solidFill>
            <a:srgbClr val="1B7F5A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5212080" cy="4297680"/>
        </p:xfrm>
        <a:graphic>
          <a:graphicData uri="http://schemas.openxmlformats.org/drawingml/2006/table">
            <a:tbl>
              <a:tblPr/>
              <a:tblGrid>
                <a:gridCol w="822960"/>
                <a:gridCol w="438912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 MySQL、API 和 Web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使用演示账号登录首页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新增一条待办或学习记录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修改并删除该记录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展示学习统计、聊天、积分和地图数据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MySQL 中查询落库结果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309360" y="1645920"/>
            <a:ext cx="5303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本次改造完成了 Web-only MySQL 版本的主要闭环，保留 TRIX 原有前端导航和业务方向，同时把登录、资料、待办、学习、聊天、积分、衣柜、地图、通知等关键链路统一到 MySQL。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0936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7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可汇报亮点：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9360" y="3566160"/>
            <a:ext cx="5303520" cy="1371600"/>
          </a:xfrm>
          <a:prstGeom prst="rect">
            <a:avLst/>
          </a:prstGeom>
          <a:solidFill>
            <a:srgbClr val="F3FAF6"/>
          </a:solidFill>
          <a:ln>
            <a:solidFill>
              <a:srgbClr val="1B7F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MySQL 8 数据模型完整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后端 REST API 清晰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登录态改为 Cookie 会话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种子账号可直接演示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已准备 Word 报告与 PPT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TRIX 3D Companion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TRIX Web MySQL 课堂展示</dc:title>
  <dc:subject>TRIX Web MySQL 作业版</dc:subject>
  <dc:creator>TRIX</dc:creator>
  <cp:lastModifiedBy>TRIX</cp:lastModifiedBy>
  <cp:revision>1</cp:revision>
  <dcterms:created xsi:type="dcterms:W3CDTF">2026-05-30T08:09:48Z</dcterms:created>
  <dcterms:modified xsi:type="dcterms:W3CDTF">2026-05-30T08:09:48Z</dcterms:modified>
</cp:coreProperties>
</file>